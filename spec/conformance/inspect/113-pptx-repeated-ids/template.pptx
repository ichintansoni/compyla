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  <p:sldMasterId id="2147483648" r:id="rId1"/>
  </p:sldMasterIdLst>
  <p:sldSz cx="12192000" cy="6858000"/>
  <p:notesSz cx="6858000" cy="9144000"/>
  <p:embeddedFontLst>
    <p:embeddedFont>
      <p:font typeface="Brand Sans"/>
      <p:regular r:id="rId3"/>
    </p:embeddedFont>
  </p:embeddedFontLst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font" Target="fonts/font1.fntdata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ctrTitle"/>
          </p:nvPr>
        </p:nvSpPr>
        <p:spPr/>
        <p:txBody>
          <a:bodyPr/>
          <a:p/>
        </p:txBody>
      </p:sp>
      <p:sp>
        <p:nvSpPr>
          <p:cNvPr id="3" name="Subtitle 2"/>
          <p:cNvSpPr/>
          <p:nvPr>
            <p:ph type="notAType" idx="1"/>
          </p:nvPr>
        </p:nvSpPr>
        <p:spPr/>
        <p:txBody>
          <a:bodyPr/>
          <a:p/>
        </p:txBody>
      </p:sp>
    </p:spTree>
  </p:cSld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und Inhalt">
    <p:spTree>
      <p:nvGrpSpPr>
        <p:cNvPr id="1" name=""/>
        <p:cNvGrpSpPr/>
        <p:nvPr/>
      </p:nvGrpSpPr>
      <p:grpSpPr/>
      <p:sp>
        <p:nvSpPr>
          <p:cNvPr id="2" name="Titel 1"/>
          <p:cNvSpPr/>
          <p:nvPr>
            <p:ph type="title"/>
          </p:nvPr>
        </p:nvSpPr>
        <p:spPr/>
        <p:txBody>
          <a:bodyPr/>
          <a:p/>
        </p:txBody>
      </p:sp>
      <p:sp>
        <p:nvSpPr>
          <p:cNvPr id="3" name="Inhaltsplatzhalter 2"/>
          <p:cNvSpPr/>
          <p:nvPr>
            <p:ph idx="1"/>
          </p:nvPr>
        </p:nvSpPr>
        <p:spPr/>
        <p:txBody>
          <a:bodyPr/>
          <a:p/>
        </p:txBody>
      </p:sp>
      <p:sp>
        <p:nvSpPr>
          <p:cNvPr id="4" name="Datumsplatzhalter 3"/>
          <p:cNvSpPr/>
          <p:nvPr>
            <p:ph type="dt" idx="10"/>
          </p:nvPr>
        </p:nvSpPr>
        <p:spPr/>
        <p:txBody>
          <a:bodyPr/>
          <a:p/>
        </p:txBody>
      </p:sp>
    </p:spTree>
  </p:cSld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Placeholder 1"/>
          <p:cNvSpPr/>
          <p:nvPr>
            <p:ph type="title"/>
          </p:nvPr>
        </p:nvSpPr>
        <p:spPr/>
        <p:txBody>
          <a:bodyPr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  <p:sldLayoutId id="2147483649" r:id="rId1"/>
    <p:sldLayoutId id="2147483650" r:id="rId2"/>
    <p:sldLayoutId id="2147483651" r:id="rId3"/>
  </p:sldLayoutIdLst>
  <p:txStyles>
    <p:titleStyle>
      <a:lvl1pPr>
        <a:defRPr>
          <a:latin typeface="+mj-lt"/>
        </a:defRPr>
      </a:lvl1pPr>
    </p:titleStyle>
    <p:bodyStyle>
      <a:lvl1pPr>
        <a:defRPr>
          <a:latin typeface="Source Serif 4"/>
        </a:defRPr>
      </a:lvl1pPr>
    </p:bodyStyle>
    <p:otherStyle/>
  </p:txStyles>
</p:sldMaster>
</file>

<file path=ppt/theme/theme1.xml><?xml version="1.0" encoding="utf-8"?>
<a:theme xmlns:a="http://schemas.openxmlformats.org/drawingml/2006/main" name="Fixture">
  <a:themeElements>
    <a:clrScheme name="Fixture">
      <a:dk1>
        <a:sysClr val="windowText" lastClr="000000"/>
      </a:dk1>
      <a:lt1>
        <a:sysClr val="window" lastClr="FFFFFF"/>
      </a:lt1>
      <a:dk2>
        <a:srgbClr val="1f2a44"/>
      </a:dk2>
      <a:lt2>
        <a:srgbClr val="E8ECF3"/>
      </a:lt2>
      <a:accent1>
        <a:srgbClr val="2F5BEA"/>
      </a:accent1>
      <a:accent2>
        <a:srgbClr val="00A88F"/>
      </a:accent2>
      <a:accent3>
        <a:srgbClr val="F2A900"/>
      </a:accent3>
      <a:accent4>
        <a:srgbClr val="D64545"/>
      </a:accent4>
      <a:accent5>
        <a:srgbClr val="7A4FD1"/>
      </a:accent5>
      <a:accent6>
        <a:srgbClr val="4A5568"/>
      </a:accent6>
      <a:hlink>
        <a:srgbClr val="0563C1"/>
      </a:hlink>
      <a:folHlink>
        <a:srgbClr val="954F72"/>
      </a:folHlink>
      <a:extraSlot>
        <a:srgbClr val="123456"/>
      </a:extraSlot>
    </a:clrScheme>
    <a:fontScheme name="Fixture">
      <a:majorFont>
        <a:latin typeface="Brand Display"/>
        <a:ea typeface=""/>
        <a:cs typeface=""/>
      </a:majorFont>
      <a:minorFont>
        <a:latin typeface="Brand Sans"/>
        <a:ea typeface=""/>
        <a:cs typeface=""/>
      </a:minorFont>
    </a:fontScheme>
    <a:fmtScheme name="Fixture">
      <a:fillStyleLst/>
      <a:lnStyleLst/>
      <a:effectStyleLst/>
      <a:bgFillStyleLst/>
    </a:fmtScheme>
  </a:themeElements>
</a:theme>
</file>